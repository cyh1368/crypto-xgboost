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58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C6DA02-82DC-7847-4229-27DD14D74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E5F2026-B14A-4450-5F4C-A1F544FBF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F1FC9B-1B90-D2E9-35CF-75962995B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8700-488F-4FF5-B83D-E2F773F95F82}" type="datetimeFigureOut">
              <a:rPr lang="zh-TW" altLang="en-US" smtClean="0"/>
              <a:t>2024/10/16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72980D-9C09-9395-CFCF-81FD63A7D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3F617D-B019-B1B7-927D-A97C5B6D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4CBE-A448-4D51-BE57-A67DEF2DE6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881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F34861-F4D1-4352-872B-7B78280E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3FA853-0ABD-3A6C-C0AD-FE8687BAE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  <a:lvl2pPr>
              <a:lnSpc>
                <a:spcPct val="150000"/>
              </a:lnSpc>
              <a:defRPr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2pPr>
            <a:lvl3pPr>
              <a:lnSpc>
                <a:spcPct val="150000"/>
              </a:lnSpc>
              <a:defRPr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3pPr>
            <a:lvl4pPr>
              <a:lnSpc>
                <a:spcPct val="150000"/>
              </a:lnSpc>
              <a:defRPr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4pPr>
            <a:lvl5pPr>
              <a:lnSpc>
                <a:spcPct val="150000"/>
              </a:lnSpc>
              <a:defRPr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BB47D2-00AF-2CB9-36FF-31CB3DABF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91628700-488F-4FF5-B83D-E2F773F95F82}" type="datetimeFigureOut">
              <a:rPr lang="zh-TW" altLang="en-US" smtClean="0"/>
              <a:pPr/>
              <a:t>2024/10/16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8ADBBE-6055-F189-C5C0-DB4392D9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186B55-C702-2364-97BA-5D88E59B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E6944CBE-A448-4D51-BE57-A67DEF2DE6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562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31B7B5-2D67-8456-5EA1-671CCC64B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C63812-EE4D-469C-0C3A-296CBB7EF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09FB80-43C3-3D91-8287-5E0C0C605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8700-488F-4FF5-B83D-E2F773F95F82}" type="datetimeFigureOut">
              <a:rPr lang="zh-TW" altLang="en-US" smtClean="0"/>
              <a:t>2024/10/16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A97043-715C-42F2-82C4-09DB9387C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20AD2B-71BB-F37F-CDC6-55BF6A1F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4CBE-A448-4D51-BE57-A67DEF2DE6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181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D25106-A2F4-2CD4-FE40-38AE4214C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8A6639-5C87-EE8F-1438-7C83F4D8C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6DC90F-EBE1-2C2B-4A10-55DDB6871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777CAAF-0C4A-64F7-C0AC-2D87B09AC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8700-488F-4FF5-B83D-E2F773F95F82}" type="datetimeFigureOut">
              <a:rPr lang="zh-TW" altLang="en-US" smtClean="0"/>
              <a:t>2024/10/16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7783ACB-A3FD-D1CA-D338-153F711B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512AF94-9F2E-27D3-640D-8206F21A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4CBE-A448-4D51-BE57-A67DEF2DE6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518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1D069E-703A-9576-E4CC-5D712591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003854-C3E6-6D12-BFF5-2BEF2DBB2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F349EA-7C7E-5CA2-1FAB-80FFDEE33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97F748C-CC23-7623-2A87-760D9E43FC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AFCAC99-BF3B-0436-3BF7-0E92E49AC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DA6DA86-5164-94B4-F1E7-3E7D0E61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8700-488F-4FF5-B83D-E2F773F95F82}" type="datetimeFigureOut">
              <a:rPr lang="zh-TW" altLang="en-US" smtClean="0"/>
              <a:t>2024/10/16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602E29D-3DD5-86F7-C5A4-7F7C9BF7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7D5F7F9-9739-537A-AE11-B43D5664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4CBE-A448-4D51-BE57-A67DEF2DE6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548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CCDFD2-AEFD-CF9E-5AB3-0C7D00E6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659601D-4FAD-A1EA-7F5E-8DFFABAFE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8700-488F-4FF5-B83D-E2F773F95F82}" type="datetimeFigureOut">
              <a:rPr lang="zh-TW" altLang="en-US" smtClean="0"/>
              <a:t>2024/10/16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0A9552E-11E8-3877-D9BF-5F9A614BB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FF9008-5FBA-DAEF-1F0C-752BCDB9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4CBE-A448-4D51-BE57-A67DEF2DE6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318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088B070-C694-B0C4-6CBD-0B737827E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8700-488F-4FF5-B83D-E2F773F95F82}" type="datetimeFigureOut">
              <a:rPr lang="zh-TW" altLang="en-US" smtClean="0"/>
              <a:t>2024/10/16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14370F5-B1F2-C872-13C1-28215770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5DA9C9-9550-8C49-D522-5499D3AA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4CBE-A448-4D51-BE57-A67DEF2DE6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97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A8E8E4-1C73-8059-8764-0A0CEFB33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9FE27C-24A0-61DC-A4BF-1CFF0B1C2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74D8B3E-562D-EC33-A39A-DE7FB5E7D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F70241-AE7A-8F73-7500-73DBF86C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8700-488F-4FF5-B83D-E2F773F95F82}" type="datetimeFigureOut">
              <a:rPr lang="zh-TW" altLang="en-US" smtClean="0"/>
              <a:t>2024/10/16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36A483F-3424-A29C-FAFC-56E0DD46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6AC5F0-BAE8-31D2-9C96-C8B0BA61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4CBE-A448-4D51-BE57-A67DEF2DE6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180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253034-32A8-41E2-FFC1-85E193E46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81E84D-B4ED-9C04-DAAB-B0FC439F11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8F36537-E2BF-9822-918C-03B221416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77BFF4D-4AD2-738B-2B01-25D6D9148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8700-488F-4FF5-B83D-E2F773F95F82}" type="datetimeFigureOut">
              <a:rPr lang="zh-TW" altLang="en-US" smtClean="0"/>
              <a:t>2024/10/16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FD71F6E-876E-F86C-7E52-A466FA7B3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CEC8D5-2B33-BDF6-5765-B3BF5325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4CBE-A448-4D51-BE57-A67DEF2DE6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92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1065C3-7D09-0998-5A97-0D6A4A4FB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33AF960-5827-D83B-7778-54AE1714F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6CEED8-CCB4-02E8-D47B-E6566AC8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8700-488F-4FF5-B83D-E2F773F95F82}" type="datetimeFigureOut">
              <a:rPr lang="zh-TW" altLang="en-US" smtClean="0"/>
              <a:t>2024/10/16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3B1FBE-00E3-0189-09C0-E989A0CE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C416E2-76FD-0BA0-3ECA-CB641AF64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4CBE-A448-4D51-BE57-A67DEF2DE6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09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3E654BF-53F2-DE7A-00B6-21B562D7E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DE7782E-77CE-1B04-6A83-2F570B8FA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5D3F43-61F2-FCF3-7BB1-672877E0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8700-488F-4FF5-B83D-E2F773F95F82}" type="datetimeFigureOut">
              <a:rPr lang="zh-TW" altLang="en-US" smtClean="0"/>
              <a:t>2024/10/16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E1D55C-2E92-C312-FEF0-6DD45085B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DA95DF-CD2B-ED0B-2BA3-4C8833C4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4CBE-A448-4D51-BE57-A67DEF2DE6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674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8D73E3-6A5C-8552-4CB5-3820EE7EB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67DB72-0AB1-27A3-92B1-0E0135314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D8CAD0-2DB9-B6D0-0245-DD1958400E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28700-488F-4FF5-B83D-E2F773F95F82}" type="datetimeFigureOut">
              <a:rPr lang="zh-TW" altLang="en-US" smtClean="0"/>
              <a:t>2024/10/16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1BD87F-876D-B504-06CD-E65B0EAD5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194504-4B96-FC1A-AE21-54275D171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44CBE-A448-4D51-BE57-A67DEF2DE6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934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zxGzmdZwck&amp;list=PL-bxX9xHKLj-uzDnEwvxjDjZjYZQoeL6I&amp;index=18&amp;ab_channel=TaiwanYoung-StudentPhysicists%27Tournament" TargetMode="External"/><Relationship Id="rId2" Type="http://schemas.openxmlformats.org/officeDocument/2006/relationships/hyperlink" Target="https://www.youtube.com/watch?v=EKBWNiS_jKw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01552B-EE34-7D52-F3F3-D58F535110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Introduction to TYPT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5D0AED8-5736-312C-884D-5D6A88A18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36881"/>
            <a:ext cx="9144000" cy="1655762"/>
          </a:xfrm>
        </p:spPr>
        <p:txBody>
          <a:bodyPr/>
          <a:lstStyle/>
          <a:p>
            <a:r>
              <a:rPr lang="zh-TW" altLang="en-US" dirty="0"/>
              <a:t>何承祐 </a:t>
            </a:r>
            <a:r>
              <a:rPr lang="en-US" altLang="zh-TW" dirty="0"/>
              <a:t>2024/10/17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4465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9B18E0-FCA8-015B-533D-E444DDB02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什麼是物辯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006143-2207-EC78-54F6-F7603559E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每年三月，限制 </a:t>
            </a:r>
            <a:r>
              <a:rPr lang="en-US" altLang="zh-TW" dirty="0"/>
              <a:t>26 </a:t>
            </a:r>
            <a:r>
              <a:rPr lang="zh-TW" altLang="en-US" dirty="0"/>
              <a:t>隊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全英文辯論，一隊五人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/>
              <a:t>12</a:t>
            </a:r>
            <a:r>
              <a:rPr lang="zh-TW" altLang="en-US" dirty="0"/>
              <a:t> 個有趣的物理題目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規則</a:t>
            </a:r>
            <a:r>
              <a:rPr lang="zh-TW" altLang="en-US" dirty="0">
                <a:hlinkClick r:id="rId2"/>
              </a:rPr>
              <a:t>詳細解說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>
                <a:hlinkClick r:id="rId3"/>
              </a:rPr>
              <a:t>辯論影片</a:t>
            </a:r>
            <a:endParaRPr lang="zh-TW" altLang="en-US" dirty="0"/>
          </a:p>
        </p:txBody>
      </p:sp>
      <p:pic>
        <p:nvPicPr>
          <p:cNvPr id="1026" name="Picture 2" descr="臺灣青年學生物理辯論競賽">
            <a:extLst>
              <a:ext uri="{FF2B5EF4-FFF2-40B4-BE49-F238E27FC236}">
                <a16:creationId xmlns:a16="http://schemas.microsoft.com/office/drawing/2014/main" id="{0F823735-6437-9240-5357-AE9A396D3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101" y="533221"/>
            <a:ext cx="76200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526EE14-E1B3-A4A9-566B-4ADA63EDA7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860" y="2075710"/>
            <a:ext cx="4841940" cy="322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12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A78A2-CC11-D7FB-CE35-F49405064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歷史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0986C0-FCF2-7B86-553E-AB1F8ED7A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嘉中已參賽三屆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C52ACA3-AFAC-5927-C010-1D0D9D703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837" y="2826330"/>
            <a:ext cx="4623761" cy="308072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A0AB867-9BB2-65B7-04F5-A7990C60B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02" y="2568233"/>
            <a:ext cx="5536128" cy="3338822"/>
          </a:xfrm>
          <a:prstGeom prst="rect">
            <a:avLst/>
          </a:prstGeo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B53A3EF9-C28B-5059-5F05-10E7B9FC19FF}"/>
              </a:ext>
            </a:extLst>
          </p:cNvPr>
          <p:cNvSpPr txBox="1">
            <a:spLocks/>
          </p:cNvSpPr>
          <p:nvPr/>
        </p:nvSpPr>
        <p:spPr>
          <a:xfrm>
            <a:off x="2435466" y="5851713"/>
            <a:ext cx="2540000" cy="672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/>
              <a:t>2023</a:t>
            </a:r>
            <a:endParaRPr lang="zh-TW" alt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152C1849-2342-BBE6-43EC-831FFBA759EA}"/>
              </a:ext>
            </a:extLst>
          </p:cNvPr>
          <p:cNvSpPr txBox="1">
            <a:spLocks/>
          </p:cNvSpPr>
          <p:nvPr/>
        </p:nvSpPr>
        <p:spPr>
          <a:xfrm>
            <a:off x="7756766" y="5851713"/>
            <a:ext cx="2540000" cy="672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dirty="0"/>
              <a:t>2024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9612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B538E-796E-F309-DE1B-BAAD7FBC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7CA877-161D-B5B0-F0C7-E8D2613D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規則 </a:t>
            </a:r>
            <a:r>
              <a:rPr lang="en-US" altLang="zh-TW" dirty="0"/>
              <a:t>oversimplified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845CD6-784D-1F0B-D8D8-CC1188EC2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b="1" dirty="0"/>
              <a:t>Reporter</a:t>
            </a:r>
            <a:r>
              <a:rPr lang="en-US" altLang="zh-TW" dirty="0"/>
              <a:t> (3)</a:t>
            </a:r>
            <a:r>
              <a:rPr lang="zh-TW" altLang="en-US" dirty="0"/>
              <a:t>：報告對題目做了什麼研究</a:t>
            </a:r>
            <a:endParaRPr lang="en-US" altLang="zh-TW" dirty="0"/>
          </a:p>
          <a:p>
            <a:pPr lvl="1"/>
            <a:r>
              <a:rPr lang="en-US" altLang="zh-TW" dirty="0"/>
              <a:t>Theory </a:t>
            </a:r>
            <a:r>
              <a:rPr lang="en-US" altLang="zh-TW" dirty="0">
                <a:sym typeface="Wingdings" panose="05000000000000000000" pitchFamily="2" charset="2"/>
              </a:rPr>
              <a:t> Experiment  Result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b="1" dirty="0"/>
              <a:t>Opponent</a:t>
            </a:r>
            <a:r>
              <a:rPr lang="en-US" altLang="zh-TW" dirty="0"/>
              <a:t> (2)</a:t>
            </a:r>
            <a:r>
              <a:rPr lang="zh-TW" altLang="en-US" dirty="0"/>
              <a:t>：挑出 </a:t>
            </a:r>
            <a:r>
              <a:rPr lang="en-US" altLang="zh-TW" dirty="0"/>
              <a:t>Reporter </a:t>
            </a:r>
            <a:r>
              <a:rPr lang="zh-TW" altLang="en-US" dirty="0"/>
              <a:t>的疏失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b="1" dirty="0"/>
              <a:t>Reviewer</a:t>
            </a:r>
            <a:r>
              <a:rPr lang="en-US" altLang="zh-TW" dirty="0"/>
              <a:t> (1)</a:t>
            </a:r>
            <a:r>
              <a:rPr lang="zh-TW" altLang="en-US" dirty="0"/>
              <a:t>：統整兩者論點，提出兩隊都漏掉的地方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五個教授給分 </a:t>
            </a:r>
            <a:r>
              <a:rPr lang="en-US" altLang="zh-TW" dirty="0"/>
              <a:t>(0~10)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個人獎 </a:t>
            </a:r>
            <a:r>
              <a:rPr lang="en-US" altLang="zh-TW" dirty="0"/>
              <a:t>(1</a:t>
            </a:r>
            <a:r>
              <a:rPr lang="zh-TW" altLang="en-US" dirty="0"/>
              <a:t>萬，</a:t>
            </a:r>
            <a:r>
              <a:rPr lang="en-US" altLang="zh-TW" dirty="0"/>
              <a:t>top 10)</a:t>
            </a:r>
            <a:r>
              <a:rPr lang="zh-TW" altLang="en-US" dirty="0"/>
              <a:t>、金 </a:t>
            </a:r>
            <a:r>
              <a:rPr lang="en-US" altLang="zh-TW" dirty="0"/>
              <a:t>(15 </a:t>
            </a:r>
            <a:r>
              <a:rPr lang="zh-TW" altLang="en-US" dirty="0"/>
              <a:t>萬</a:t>
            </a:r>
            <a:r>
              <a:rPr lang="en-US" altLang="zh-TW" dirty="0"/>
              <a:t>)</a:t>
            </a:r>
            <a:r>
              <a:rPr lang="zh-TW" altLang="en-US" dirty="0"/>
              <a:t> 銀 </a:t>
            </a:r>
            <a:r>
              <a:rPr lang="en-US" altLang="zh-TW" dirty="0"/>
              <a:t>(10 </a:t>
            </a:r>
            <a:r>
              <a:rPr lang="zh-TW" altLang="en-US" dirty="0"/>
              <a:t>萬</a:t>
            </a:r>
            <a:r>
              <a:rPr lang="en-US" altLang="zh-TW" dirty="0"/>
              <a:t>)</a:t>
            </a:r>
            <a:r>
              <a:rPr lang="zh-TW" altLang="en-US" dirty="0"/>
              <a:t> 銅 </a:t>
            </a:r>
            <a:r>
              <a:rPr lang="en-US" altLang="zh-TW" dirty="0"/>
              <a:t>(5 </a:t>
            </a:r>
            <a:r>
              <a:rPr lang="zh-TW" altLang="en-US" dirty="0"/>
              <a:t>萬</a:t>
            </a:r>
            <a:r>
              <a:rPr lang="en-US" altLang="zh-TW" dirty="0"/>
              <a:t>)</a:t>
            </a:r>
            <a:r>
              <a:rPr lang="zh-TW" altLang="en-US" dirty="0"/>
              <a:t> 獎</a:t>
            </a:r>
          </a:p>
        </p:txBody>
      </p:sp>
    </p:spTree>
    <p:extLst>
      <p:ext uri="{BB962C8B-B14F-4D97-AF65-F5344CB8AC3E}">
        <p14:creationId xmlns:p14="http://schemas.microsoft.com/office/powerpoint/2010/main" val="168228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5D772E-BAE4-2B5A-55CB-6C22A440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物辯需要的能力與付出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15229E-883B-BABE-B9AD-B61D18C41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英語口說</a:t>
            </a:r>
            <a:endParaRPr lang="en-US" altLang="zh-TW" dirty="0"/>
          </a:p>
          <a:p>
            <a:r>
              <a:rPr lang="zh-TW" altLang="en-US" dirty="0"/>
              <a:t>英文打字、做 </a:t>
            </a:r>
            <a:r>
              <a:rPr lang="en-US" altLang="zh-TW" dirty="0"/>
              <a:t>PowerPoint</a:t>
            </a:r>
          </a:p>
          <a:p>
            <a:r>
              <a:rPr lang="zh-TW" altLang="en-US" dirty="0"/>
              <a:t>實驗探究：</a:t>
            </a:r>
            <a:r>
              <a:rPr lang="zh-TW" altLang="en-US" b="1" dirty="0"/>
              <a:t>做科展</a:t>
            </a:r>
            <a:endParaRPr lang="en-US" altLang="zh-TW" dirty="0"/>
          </a:p>
          <a:p>
            <a:r>
              <a:rPr lang="zh-TW" altLang="en-US" dirty="0"/>
              <a:t>寒假時間 </a:t>
            </a:r>
            <a:r>
              <a:rPr lang="en-US" altLang="zh-TW" dirty="0"/>
              <a:t>and/or </a:t>
            </a:r>
            <a:r>
              <a:rPr lang="zh-TW" altLang="en-US" dirty="0"/>
              <a:t>下學期第一個月的周末 </a:t>
            </a:r>
            <a:r>
              <a:rPr lang="en-US" altLang="zh-TW" dirty="0"/>
              <a:t>(</a:t>
            </a:r>
            <a:r>
              <a:rPr lang="zh-TW" altLang="en-US" dirty="0"/>
              <a:t>看什麼時候開始做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3896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01DF6E-BB14-8C36-554C-88EDB0425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中文物辯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3901AE-B4BD-B99B-12EF-1EF48567B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TW" altLang="en-US" dirty="0"/>
              <a:t>國科會科普計畫</a:t>
            </a:r>
            <a:r>
              <a:rPr lang="en-US" altLang="zh-TW" dirty="0"/>
              <a:t>:2024</a:t>
            </a:r>
            <a:r>
              <a:rPr lang="zh-TW" altLang="en-US" dirty="0"/>
              <a:t>全國大專暨高中青年自然科學辯論競賽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8047698-EA9F-5F06-C30A-EBAA53B9D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200" y="2468388"/>
            <a:ext cx="5008267" cy="37562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9953DBF-62E8-DCD1-C1F8-A850E608D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16" y="2468388"/>
            <a:ext cx="5008267" cy="37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5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14D4C-0030-3CD6-9D77-F52B0D435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A12380-BB78-E617-CC9D-392B450EB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為什麼要比物辯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90AD16-2D9A-51EC-A90B-CF3C58D6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全國性比賽、團隊合作精神</a:t>
            </a:r>
            <a:endParaRPr lang="en-US" altLang="zh-TW" dirty="0"/>
          </a:p>
          <a:p>
            <a:r>
              <a:rPr lang="zh-TW" altLang="en-US" dirty="0"/>
              <a:t>順便做科展 </a:t>
            </a:r>
            <a:r>
              <a:rPr lang="en-US" altLang="zh-TW" dirty="0"/>
              <a:t>(?)</a:t>
            </a:r>
          </a:p>
          <a:p>
            <a:r>
              <a:rPr lang="zh-TW" altLang="en-US" dirty="0"/>
              <a:t>準備過程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/>
              <a:t>學習歷程、備審資料</a:t>
            </a:r>
            <a:endParaRPr lang="en-US" altLang="zh-TW" dirty="0"/>
          </a:p>
          <a:p>
            <a:r>
              <a:rPr lang="zh-TW" altLang="en-US" dirty="0"/>
              <a:t>不需超出凡人的智力</a:t>
            </a:r>
            <a:endParaRPr lang="en-US" altLang="zh-TW" dirty="0"/>
          </a:p>
          <a:p>
            <a:r>
              <a:rPr lang="zh-TW" altLang="en-US" dirty="0"/>
              <a:t>認識他校、正式 </a:t>
            </a:r>
            <a:r>
              <a:rPr lang="en-US" altLang="zh-TW" dirty="0"/>
              <a:t>(like MUN)</a:t>
            </a:r>
          </a:p>
          <a:p>
            <a:r>
              <a:rPr lang="zh-TW" altLang="en-US" dirty="0"/>
              <a:t>免費去台北玩 </a:t>
            </a:r>
            <a:r>
              <a:rPr lang="en-US" altLang="zh-TW" dirty="0"/>
              <a:t>(??)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1F454C-DD8C-65F5-34DE-EBD1AFFBB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323" y="443285"/>
            <a:ext cx="4133077" cy="584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788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E307-C8BD-395D-0157-F2AB60A4E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6668B3-E2A3-7FFA-BC3F-AE0F5A59C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參賽經驗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D8810B-AB55-BA47-6803-3FC198C25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兩屆個人獎 都沒有團體獎 </a:t>
            </a:r>
            <a:r>
              <a:rPr lang="en-US" altLang="zh-TW" dirty="0"/>
              <a:t>:(</a:t>
            </a:r>
          </a:p>
          <a:p>
            <a:r>
              <a:rPr lang="zh-TW" altLang="en-US" dirty="0"/>
              <a:t>建議寒假前就準備好器材，寒假做實驗</a:t>
            </a:r>
            <a:endParaRPr lang="en-US" altLang="zh-TW" dirty="0"/>
          </a:p>
          <a:p>
            <a:r>
              <a:rPr lang="zh-TW" altLang="en-US" dirty="0"/>
              <a:t>其他學校的準備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0442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750218-CEF2-B878-35E9-5B60D94F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 You!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919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256</Words>
  <Application>Microsoft Office PowerPoint</Application>
  <PresentationFormat>寬螢幕</PresentationFormat>
  <Paragraphs>38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Microsoft JhengHei</vt:lpstr>
      <vt:lpstr>Arial</vt:lpstr>
      <vt:lpstr>Calibri</vt:lpstr>
      <vt:lpstr>Calibri Light</vt:lpstr>
      <vt:lpstr>Wingdings</vt:lpstr>
      <vt:lpstr>Office 佈景主題</vt:lpstr>
      <vt:lpstr>Introduction to TYPT</vt:lpstr>
      <vt:lpstr>什麼是物辯?</vt:lpstr>
      <vt:lpstr>歷史</vt:lpstr>
      <vt:lpstr>規則 oversimplified</vt:lpstr>
      <vt:lpstr>物辯需要的能力與付出</vt:lpstr>
      <vt:lpstr>中文物辯</vt:lpstr>
      <vt:lpstr>為什麼要比物辯?</vt:lpstr>
      <vt:lpstr>參賽經驗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Cheng-You Ho</dc:creator>
  <cp:lastModifiedBy>Cheng-You Ho</cp:lastModifiedBy>
  <cp:revision>3</cp:revision>
  <dcterms:created xsi:type="dcterms:W3CDTF">2024-10-16T13:56:59Z</dcterms:created>
  <dcterms:modified xsi:type="dcterms:W3CDTF">2024-10-16T14:26:54Z</dcterms:modified>
</cp:coreProperties>
</file>